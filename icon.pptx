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7C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25" y="4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9672B-AF5B-DC0F-AA29-EB7707BA2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3A5C4F-58A9-0870-0E52-6E71B6ADE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3985B8-B616-3839-9F0B-FC6754C7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76EEC-C6D3-ABC5-54A6-CC99BFAB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B0A1D-6A32-4940-BEC8-3847942A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49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75F60-97BB-2C2A-9F34-034465F2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26D36-C425-37B0-6040-26558ACB7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39459E-860C-9203-574A-14842E96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DE2EEE-F511-32AC-B35C-E4A83E1BD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BCE003-82FD-819A-1EBC-9FA4E93F9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74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FF3BF-6396-98B1-B6F9-85345682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6D7FF2-B86F-837E-27AD-F781952E5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7BBE2D-3FC2-39C2-5F59-01F8A532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4246DE-7267-2145-5BF0-FC20D12C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67851-4877-490B-4DE2-8ED04517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4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C5F84-5051-ED9C-E051-5864B3CE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984D8-6199-BFC4-48C1-C02159C42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482A22-8E20-B673-C16E-DA8397265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4E6930-E8C7-4D84-8535-8C30D4207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058695-EDC6-9D8D-155D-EA4D12D4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C3A3CA-7592-ADB2-A241-D09B5915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48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17164-1D60-A510-5B72-6C0A760B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EF85FC-B35C-2536-7B9F-9855AF726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C0D561-FC08-1228-168F-D1EBD59F9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E52B72-8BE8-D56C-E572-383E8ECED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763C3D-953B-71A9-87E0-9735495FA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91D2F6-60F2-CFDB-1B31-E3BCAC67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1EEBEC-2A7A-E5E4-A3ED-4070E175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A389CE-328C-4729-1E82-E03D7116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35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ADE3F-058D-E4FB-5355-ED890B8C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B1CBD6-0DFF-AEAF-DE74-8369C2A3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F95D4-2328-4CE4-8C82-47FD2550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85A50D-C42B-76DD-6144-3855EF71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23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188990-0FB6-835C-790A-AD834614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F1636E-5D8E-911F-FEC8-1D18B37E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B2D213-2E5E-A1DC-DD13-C6FE1887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60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E8264-C763-A889-DBFD-D86444BF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784405-1078-7F28-1797-658E7C61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48119B-ADAD-EFF8-767D-5CA85B91A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E9B627-1A9D-EB5E-C6D7-3B81721A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64D9FD-E494-0EF7-E9F8-580B8C56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B18E90-B53A-4C39-E187-8BDD26C4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10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31552-2D17-EAA3-7DA6-8ACB0E65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64AB81-37FA-7D1B-F97F-21819D588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92AA69-712F-2990-E42B-52B28895F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70B0B5-9F8A-8079-0EB1-4232AE8C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0E3813-97CB-D7AE-06D7-5DA9C67D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09AB66-4828-60F8-BCFD-923BA9E8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22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714EE-B8B1-8F8F-853D-8A659C29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D55B14-0EAB-7678-88C9-BD1CE09EA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3E1779-A6BC-2F55-EACF-EB7DA267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9922F6-ABC8-5B2D-71E2-870FC572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417C70-1EBB-A453-2416-AA06303F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246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7F1F0B-DE2F-33BF-CE11-A1F567466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B5C964-5459-CD60-A565-84DBBDEAB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95B76C-6687-2202-4D04-8336CE1A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054E9-9A99-ED1F-AB83-43371720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9BD33-71A2-7AD3-F83D-227F7DAC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23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C5F3CE-3456-E3B0-065F-3BE03AF10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0E9138-DE20-03E9-1D00-E5F8C4245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0F07E-F164-050B-FEFF-AAAA716BA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F6E9F-6A56-4380-A4EF-E8A29359109E}" type="datetimeFigureOut">
              <a:rPr lang="zh-CN" altLang="en-US" smtClean="0"/>
              <a:t>2022/12/4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1364A-5ED2-69BC-70AE-8D2AB74B4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540CC-C7F0-6298-A329-12C3B2914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1F89C-A45A-4382-AF1D-E11FB99B5B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8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179B903-0F75-A369-B5C7-F3570E3E1364}"/>
              </a:ext>
            </a:extLst>
          </p:cNvPr>
          <p:cNvSpPr/>
          <p:nvPr/>
        </p:nvSpPr>
        <p:spPr>
          <a:xfrm>
            <a:off x="2292021" y="1250878"/>
            <a:ext cx="2178122" cy="2178122"/>
          </a:xfrm>
          <a:prstGeom prst="ellipse">
            <a:avLst/>
          </a:prstGeom>
          <a:solidFill>
            <a:srgbClr val="787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A090C4-D171-01C3-937B-D871404F4646}"/>
              </a:ext>
            </a:extLst>
          </p:cNvPr>
          <p:cNvSpPr txBox="1"/>
          <p:nvPr/>
        </p:nvSpPr>
        <p:spPr>
          <a:xfrm>
            <a:off x="2292021" y="1408915"/>
            <a:ext cx="217812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</a:rPr>
              <a:t>YP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559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Peng</dc:creator>
  <cp:lastModifiedBy>Peng</cp:lastModifiedBy>
  <cp:revision>1</cp:revision>
  <dcterms:created xsi:type="dcterms:W3CDTF">2022-12-04T06:50:06Z</dcterms:created>
  <dcterms:modified xsi:type="dcterms:W3CDTF">2022-12-04T13:43:50Z</dcterms:modified>
</cp:coreProperties>
</file>